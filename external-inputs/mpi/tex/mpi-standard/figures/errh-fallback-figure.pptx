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2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1F67-9374-3F43-B632-74832FD53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B673A-7472-EE46-B176-60CD6459D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A3E1F-1075-2C47-ADB7-CCB5FB81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AF4AF-1378-074A-825E-A285D7CFA5A7}" type="datetimeFigureOut">
              <a:rPr lang="en-US" smtClean="0"/>
              <a:t>10/12/22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25630-8E71-9E46-8495-B7A24AA6F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68AA5-7021-EA42-BC53-60BE845AD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333B-DC7B-164A-91B0-EBB73D314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15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085F-85AC-7743-A592-7C9DAD72D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7A6EF-5C2E-4345-ACAA-8684E9BA4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7D376-DAF6-9C42-B154-17699FDF3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AF4AF-1378-074A-825E-A285D7CFA5A7}" type="datetimeFigureOut">
              <a:rPr lang="en-US" smtClean="0"/>
              <a:t>10/12/22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F613C-F637-0D45-941B-17589381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B1FF9-8A29-A644-B656-E9B1554C2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333B-DC7B-164A-91B0-EBB73D314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2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08BB2-E634-364C-BDA7-6B31ACA8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DC20A-94E3-6F41-ACFA-8E11AA4E6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1BD66-9C36-804A-AB01-90FAD5649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AF4AF-1378-074A-825E-A285D7CFA5A7}" type="datetimeFigureOut">
              <a:rPr lang="en-US" smtClean="0"/>
              <a:t>10/12/22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F3F0D-47FE-194C-B503-17AD8F1A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A9C87-E714-494D-A03A-98DBA4FE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333B-DC7B-164A-91B0-EBB73D314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6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6EEC-DDAA-7844-B130-A8DD1245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1D885-58B3-3E40-B228-269E38A4B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88A7B-1367-2D4D-B08D-9D43268DC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3F170-4EBC-554B-AF99-9C8178798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AF4AF-1378-074A-825E-A285D7CFA5A7}" type="datetimeFigureOut">
              <a:rPr lang="en-US" smtClean="0"/>
              <a:t>10/12/22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A5307-728E-184A-9D1C-135859994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BEA84-2B05-1D42-B960-02AB9D99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333B-DC7B-164A-91B0-EBB73D314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98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CD995-7844-B140-9008-54F0693E7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6EF16-0CC3-4849-8889-614398B37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231EA-6876-7443-8F50-EABF33AB6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70759-66C1-1440-893E-239ACD7A80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58480-0F35-5346-95FA-13B45A5F0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C6EA5-AED7-B540-815B-F661052D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AF4AF-1378-074A-825E-A285D7CFA5A7}" type="datetimeFigureOut">
              <a:rPr lang="en-US" smtClean="0"/>
              <a:t>10/12/22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D7F11-0DA6-274F-8E93-73ED804B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3C84D2-8C1A-804D-AF87-BA219189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333B-DC7B-164A-91B0-EBB73D314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3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ADC2D-F1D6-E84E-96AC-CEC043D4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253E5-60B2-D145-9992-2A22D5E38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AF4AF-1378-074A-825E-A285D7CFA5A7}" type="datetimeFigureOut">
              <a:rPr lang="en-US" smtClean="0"/>
              <a:t>10/12/22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380460-82B8-724F-92B7-B97D073F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4E791D-23AC-A140-AED3-52473EE89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333B-DC7B-164A-91B0-EBB73D314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07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4C311A-F875-2B4D-8274-15B570140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AF4AF-1378-074A-825E-A285D7CFA5A7}" type="datetimeFigureOut">
              <a:rPr lang="en-US" smtClean="0"/>
              <a:t>10/12/22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D4C9EC-7432-EF48-A6A9-349B7A205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5B7B6-1536-DB40-B957-91E20A05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333B-DC7B-164A-91B0-EBB73D314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3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48A6C-C962-3B42-AD29-B6FB58ACE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3DD28-A0F2-6B41-902D-D96B46838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013A2-144E-0A47-8146-EFE691C3C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7F24B-208C-F442-9CAE-70612A0F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AF4AF-1378-074A-825E-A285D7CFA5A7}" type="datetimeFigureOut">
              <a:rPr lang="en-US" smtClean="0"/>
              <a:t>10/12/22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54667-6414-8147-BDD1-EBBA84FE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678EB-5BA0-C548-813E-99D0CC20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333B-DC7B-164A-91B0-EBB73D314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85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C281-DE44-BC49-8B21-3D50950B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4742B-7F0C-C24E-A4F5-2A88088B2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A0039-F4E6-E048-8AFA-6722DADCC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DD837-A44D-F347-A6AA-522B02A4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AF4AF-1378-074A-825E-A285D7CFA5A7}" type="datetimeFigureOut">
              <a:rPr lang="en-US" smtClean="0"/>
              <a:t>10/12/22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12743-608B-C243-80AF-40388744A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51D42-4594-7D44-A969-08CDF069A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333B-DC7B-164A-91B0-EBB73D314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2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5772-C3D5-9D48-9D7F-BA173E10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57260-6A6B-B44F-88C9-00EB0D563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F7936-C978-8C47-8DC5-0036D36E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AF4AF-1378-074A-825E-A285D7CFA5A7}" type="datetimeFigureOut">
              <a:rPr lang="en-US" smtClean="0"/>
              <a:t>10/12/22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B0BF1-3D8A-9147-89E6-1F114D73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E33FC-1BD9-3446-807A-0B437DFE9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333B-DC7B-164A-91B0-EBB73D314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6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82866B-9943-0D4A-BF61-D0333008A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762FB-7FAE-B44A-A7B0-8F9D22522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AD430-5F08-E44D-A77F-6EA83963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AF4AF-1378-074A-825E-A285D7CFA5A7}" type="datetimeFigureOut">
              <a:rPr lang="en-US" smtClean="0"/>
              <a:t>10/12/22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B044-C73F-4443-8DCE-B3447120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D28E1-C4A7-7140-82B4-D6DF6C5C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333B-DC7B-164A-91B0-EBB73D314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0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0B9FB-18DF-7C4D-BBBF-D531089C7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EAA65-C1D0-7444-839C-1AAAFF3D1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B2CC8-AB6F-E547-93A5-B2D16CFBEC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AF4AF-1378-074A-825E-A285D7CFA5A7}" type="datetimeFigureOut">
              <a:rPr lang="en-US" smtClean="0"/>
              <a:t>10/12/22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1C763-AF84-CD43-A9DE-DA8FD89F1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50F9B-1031-CF48-8D83-E650AAB26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7333B-DC7B-164A-91B0-EBB73D314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27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EEB930-19B8-8041-BDC3-E762AC5C79C8}"/>
              </a:ext>
            </a:extLst>
          </p:cNvPr>
          <p:cNvSpPr/>
          <p:nvPr/>
        </p:nvSpPr>
        <p:spPr>
          <a:xfrm>
            <a:off x="630264" y="739305"/>
            <a:ext cx="2363057" cy="157533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MPI_Comm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MPI_File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MPI_Win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A35973-0CE2-EC4B-BEB0-C0ED65943A38}"/>
              </a:ext>
            </a:extLst>
          </p:cNvPr>
          <p:cNvSpPr/>
          <p:nvPr/>
        </p:nvSpPr>
        <p:spPr>
          <a:xfrm>
            <a:off x="630266" y="4977265"/>
            <a:ext cx="2363057" cy="1578519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MPI_Datatype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MPI_Errhandler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MPI_Info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MPI_Op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51C492-50A0-1546-BA6F-BBE8DDAFEA52}"/>
              </a:ext>
            </a:extLst>
          </p:cNvPr>
          <p:cNvSpPr/>
          <p:nvPr/>
        </p:nvSpPr>
        <p:spPr>
          <a:xfrm>
            <a:off x="630265" y="3019863"/>
            <a:ext cx="2363057" cy="83690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MPI_Message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MPI_Request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1BCEF88-567F-F243-B4BD-E22A6B2D01A4}"/>
              </a:ext>
            </a:extLst>
          </p:cNvPr>
          <p:cNvSpPr/>
          <p:nvPr/>
        </p:nvSpPr>
        <p:spPr>
          <a:xfrm>
            <a:off x="9324052" y="412847"/>
            <a:ext cx="2479729" cy="78266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Invoke Communicator </a:t>
            </a:r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Errhandler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C12ECD-1529-244F-A86E-84F2D7A41DD1}"/>
              </a:ext>
            </a:extLst>
          </p:cNvPr>
          <p:cNvSpPr/>
          <p:nvPr/>
        </p:nvSpPr>
        <p:spPr>
          <a:xfrm>
            <a:off x="9324052" y="1535398"/>
            <a:ext cx="2479729" cy="78266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Invoke File </a:t>
            </a:r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Errhandler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2CC4D03-3D40-EA43-9BAC-B89B62482346}"/>
              </a:ext>
            </a:extLst>
          </p:cNvPr>
          <p:cNvSpPr/>
          <p:nvPr/>
        </p:nvSpPr>
        <p:spPr>
          <a:xfrm>
            <a:off x="9324052" y="3833507"/>
            <a:ext cx="2479729" cy="78266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Invoke Session </a:t>
            </a:r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Errhandler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C340AAE-7E87-3544-BEAD-FC1AA9368C5C}"/>
              </a:ext>
            </a:extLst>
          </p:cNvPr>
          <p:cNvSpPr/>
          <p:nvPr/>
        </p:nvSpPr>
        <p:spPr>
          <a:xfrm>
            <a:off x="9324052" y="2579860"/>
            <a:ext cx="2479729" cy="78266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Invoke Window </a:t>
            </a:r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Errhandler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37EE69D-DA1C-EB47-B573-3F146278A70A}"/>
              </a:ext>
            </a:extLst>
          </p:cNvPr>
          <p:cNvSpPr/>
          <p:nvPr/>
        </p:nvSpPr>
        <p:spPr>
          <a:xfrm>
            <a:off x="9340516" y="5090344"/>
            <a:ext cx="2479729" cy="78266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Invoke MPI_COMM_SELF </a:t>
            </a:r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Errhandler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CB6C16B-29C0-9948-83DD-350252167A90}"/>
              </a:ext>
            </a:extLst>
          </p:cNvPr>
          <p:cNvSpPr/>
          <p:nvPr/>
        </p:nvSpPr>
        <p:spPr>
          <a:xfrm>
            <a:off x="9357789" y="6075335"/>
            <a:ext cx="2479729" cy="78266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Invoke Initial </a:t>
            </a:r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Errhandler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A61B2D-E7D1-0243-842D-912542346512}"/>
              </a:ext>
            </a:extLst>
          </p:cNvPr>
          <p:cNvSpPr/>
          <p:nvPr/>
        </p:nvSpPr>
        <p:spPr>
          <a:xfrm>
            <a:off x="630266" y="3998564"/>
            <a:ext cx="2363057" cy="8369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MPI_Group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0B36FB-F593-E743-B038-A9BFAA2BAB7C}"/>
              </a:ext>
            </a:extLst>
          </p:cNvPr>
          <p:cNvSpPr txBox="1"/>
          <p:nvPr/>
        </p:nvSpPr>
        <p:spPr>
          <a:xfrm>
            <a:off x="918181" y="369973"/>
            <a:ext cx="199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Operation is on a …</a:t>
            </a:r>
          </a:p>
        </p:txBody>
      </p:sp>
      <p:sp>
        <p:nvSpPr>
          <p:cNvPr id="87" name="Diamond 86">
            <a:extLst>
              <a:ext uri="{FF2B5EF4-FFF2-40B4-BE49-F238E27FC236}">
                <a16:creationId xmlns:a16="http://schemas.microsoft.com/office/drawing/2014/main" id="{460ED971-554E-4546-A2DF-F7490B637EBA}"/>
              </a:ext>
            </a:extLst>
          </p:cNvPr>
          <p:cNvSpPr/>
          <p:nvPr/>
        </p:nvSpPr>
        <p:spPr>
          <a:xfrm>
            <a:off x="6619421" y="682577"/>
            <a:ext cx="2363057" cy="168255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Object destroyed?</a:t>
            </a:r>
          </a:p>
        </p:txBody>
      </p:sp>
      <p:sp>
        <p:nvSpPr>
          <p:cNvPr id="88" name="Diamond 87">
            <a:extLst>
              <a:ext uri="{FF2B5EF4-FFF2-40B4-BE49-F238E27FC236}">
                <a16:creationId xmlns:a16="http://schemas.microsoft.com/office/drawing/2014/main" id="{1B4EB712-DE40-684A-9202-76D15FB6DE0C}"/>
              </a:ext>
            </a:extLst>
          </p:cNvPr>
          <p:cNvSpPr/>
          <p:nvPr/>
        </p:nvSpPr>
        <p:spPr>
          <a:xfrm>
            <a:off x="6564193" y="4640398"/>
            <a:ext cx="2479729" cy="168255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World Process Model initialized?</a:t>
            </a:r>
          </a:p>
          <a:p>
            <a:pPr algn="ctr"/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B5218CDF-5FC4-404A-8B3A-7BAD394F3C86}"/>
              </a:ext>
            </a:extLst>
          </p:cNvPr>
          <p:cNvCxnSpPr>
            <a:cxnSpLocks/>
            <a:stCxn id="88" idx="3"/>
            <a:endCxn id="15" idx="1"/>
          </p:cNvCxnSpPr>
          <p:nvPr/>
        </p:nvCxnSpPr>
        <p:spPr>
          <a:xfrm flipV="1">
            <a:off x="9043922" y="5481677"/>
            <a:ext cx="296594" cy="1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1B892B58-1FA1-B04D-82FF-D4EEA70C7BEB}"/>
              </a:ext>
            </a:extLst>
          </p:cNvPr>
          <p:cNvCxnSpPr>
            <a:cxnSpLocks/>
            <a:stCxn id="88" idx="2"/>
            <a:endCxn id="16" idx="1"/>
          </p:cNvCxnSpPr>
          <p:nvPr/>
        </p:nvCxnSpPr>
        <p:spPr>
          <a:xfrm rot="16200000" flipH="1">
            <a:off x="8509068" y="5617946"/>
            <a:ext cx="143711" cy="155373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BE1CA99-712E-2E45-AFE2-58B35F21D3F3}"/>
              </a:ext>
            </a:extLst>
          </p:cNvPr>
          <p:cNvSpPr txBox="1"/>
          <p:nvPr/>
        </p:nvSpPr>
        <p:spPr>
          <a:xfrm>
            <a:off x="8447924" y="5297010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79C59FD-AF3F-AB46-A7FD-54332728C40C}"/>
              </a:ext>
            </a:extLst>
          </p:cNvPr>
          <p:cNvSpPr txBox="1"/>
          <p:nvPr/>
        </p:nvSpPr>
        <p:spPr>
          <a:xfrm>
            <a:off x="7592700" y="5953622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B09A36D2-70BB-2B43-B780-5D79637BDAF5}"/>
              </a:ext>
            </a:extLst>
          </p:cNvPr>
          <p:cNvCxnSpPr>
            <a:cxnSpLocks/>
            <a:stCxn id="87" idx="2"/>
            <a:endCxn id="88" idx="0"/>
          </p:cNvCxnSpPr>
          <p:nvPr/>
        </p:nvCxnSpPr>
        <p:spPr>
          <a:xfrm rot="16200000" flipH="1">
            <a:off x="6664871" y="3501211"/>
            <a:ext cx="2275266" cy="310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3BDE5784-D533-DE4C-9B8C-1BC39A2D9745}"/>
              </a:ext>
            </a:extLst>
          </p:cNvPr>
          <p:cNvCxnSpPr>
            <a:cxnSpLocks/>
            <a:stCxn id="5" idx="3"/>
            <a:endCxn id="88" idx="1"/>
          </p:cNvCxnSpPr>
          <p:nvPr/>
        </p:nvCxnSpPr>
        <p:spPr>
          <a:xfrm flipV="1">
            <a:off x="2993323" y="5481678"/>
            <a:ext cx="3570870" cy="284847"/>
          </a:xfrm>
          <a:prstGeom prst="bentConnector3">
            <a:avLst>
              <a:gd name="adj1" fmla="val 9262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Diamond 106">
            <a:extLst>
              <a:ext uri="{FF2B5EF4-FFF2-40B4-BE49-F238E27FC236}">
                <a16:creationId xmlns:a16="http://schemas.microsoft.com/office/drawing/2014/main" id="{CF0D4DDE-7E38-C143-BD6C-B458CEB5E8FA}"/>
              </a:ext>
            </a:extLst>
          </p:cNvPr>
          <p:cNvSpPr/>
          <p:nvPr/>
        </p:nvSpPr>
        <p:spPr>
          <a:xfrm>
            <a:off x="3354584" y="3579686"/>
            <a:ext cx="2363057" cy="1682559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Group derives from a Session?</a:t>
            </a:r>
          </a:p>
        </p:txBody>
      </p: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7EE2F12A-368A-7441-A443-363A95D13B46}"/>
              </a:ext>
            </a:extLst>
          </p:cNvPr>
          <p:cNvCxnSpPr>
            <a:cxnSpLocks/>
            <a:stCxn id="18" idx="3"/>
            <a:endCxn id="107" idx="1"/>
          </p:cNvCxnSpPr>
          <p:nvPr/>
        </p:nvCxnSpPr>
        <p:spPr>
          <a:xfrm>
            <a:off x="2993323" y="4417019"/>
            <a:ext cx="361261" cy="3947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8A2CAD99-6239-7844-89A5-C36678E6F11F}"/>
              </a:ext>
            </a:extLst>
          </p:cNvPr>
          <p:cNvCxnSpPr>
            <a:cxnSpLocks/>
            <a:stCxn id="107" idx="3"/>
            <a:endCxn id="88" idx="0"/>
          </p:cNvCxnSpPr>
          <p:nvPr/>
        </p:nvCxnSpPr>
        <p:spPr>
          <a:xfrm>
            <a:off x="5717641" y="4420966"/>
            <a:ext cx="2086417" cy="21943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703C221D-6D1A-ED4B-A637-17754E0A8E51}"/>
              </a:ext>
            </a:extLst>
          </p:cNvPr>
          <p:cNvSpPr txBox="1"/>
          <p:nvPr/>
        </p:nvSpPr>
        <p:spPr>
          <a:xfrm>
            <a:off x="5197548" y="424934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023FDFD5-1815-BE4F-819E-FC95E8A9D83C}"/>
              </a:ext>
            </a:extLst>
          </p:cNvPr>
          <p:cNvCxnSpPr>
            <a:cxnSpLocks/>
            <a:endCxn id="45" idx="1"/>
          </p:cNvCxnSpPr>
          <p:nvPr/>
        </p:nvCxnSpPr>
        <p:spPr>
          <a:xfrm rot="5400000" flipH="1" flipV="1">
            <a:off x="4545046" y="2990076"/>
            <a:ext cx="584660" cy="576670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1A81C784-3A3C-C340-85BA-A7DBAC8A5E01}"/>
              </a:ext>
            </a:extLst>
          </p:cNvPr>
          <p:cNvCxnSpPr>
            <a:cxnSpLocks/>
            <a:stCxn id="45" idx="3"/>
            <a:endCxn id="13" idx="1"/>
          </p:cNvCxnSpPr>
          <p:nvPr/>
        </p:nvCxnSpPr>
        <p:spPr>
          <a:xfrm>
            <a:off x="7488768" y="2986081"/>
            <a:ext cx="1835284" cy="1238759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AB835939-1418-774D-B935-3DB3DAB2EB2A}"/>
              </a:ext>
            </a:extLst>
          </p:cNvPr>
          <p:cNvCxnSpPr>
            <a:cxnSpLocks/>
            <a:stCxn id="87" idx="3"/>
            <a:endCxn id="14" idx="1"/>
          </p:cNvCxnSpPr>
          <p:nvPr/>
        </p:nvCxnSpPr>
        <p:spPr>
          <a:xfrm>
            <a:off x="8982478" y="1523855"/>
            <a:ext cx="341574" cy="144733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E2317DFD-5157-0049-94B1-D663B63336E7}"/>
              </a:ext>
            </a:extLst>
          </p:cNvPr>
          <p:cNvCxnSpPr>
            <a:cxnSpLocks/>
            <a:stCxn id="87" idx="3"/>
            <a:endCxn id="8" idx="1"/>
          </p:cNvCxnSpPr>
          <p:nvPr/>
        </p:nvCxnSpPr>
        <p:spPr>
          <a:xfrm flipV="1">
            <a:off x="8982478" y="804180"/>
            <a:ext cx="341574" cy="71967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B2217C5D-BC05-914E-A300-84E1E410D428}"/>
              </a:ext>
            </a:extLst>
          </p:cNvPr>
          <p:cNvSpPr txBox="1"/>
          <p:nvPr/>
        </p:nvSpPr>
        <p:spPr>
          <a:xfrm>
            <a:off x="8477868" y="1339188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131" name="Elbow Connector 130">
            <a:extLst>
              <a:ext uri="{FF2B5EF4-FFF2-40B4-BE49-F238E27FC236}">
                <a16:creationId xmlns:a16="http://schemas.microsoft.com/office/drawing/2014/main" id="{42E9B1C9-A20F-FA44-874C-37159783F0B5}"/>
              </a:ext>
            </a:extLst>
          </p:cNvPr>
          <p:cNvCxnSpPr>
            <a:cxnSpLocks/>
            <a:stCxn id="7" idx="3"/>
            <a:endCxn id="87" idx="1"/>
          </p:cNvCxnSpPr>
          <p:nvPr/>
        </p:nvCxnSpPr>
        <p:spPr>
          <a:xfrm flipV="1">
            <a:off x="2993322" y="1523855"/>
            <a:ext cx="3626099" cy="1914463"/>
          </a:xfrm>
          <a:prstGeom prst="bentConnector3">
            <a:avLst>
              <a:gd name="adj1" fmla="val 39616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Elbow Connector 133">
            <a:extLst>
              <a:ext uri="{FF2B5EF4-FFF2-40B4-BE49-F238E27FC236}">
                <a16:creationId xmlns:a16="http://schemas.microsoft.com/office/drawing/2014/main" id="{BA082D90-EDCA-534C-AF41-EA5136125F58}"/>
              </a:ext>
            </a:extLst>
          </p:cNvPr>
          <p:cNvCxnSpPr>
            <a:cxnSpLocks/>
          </p:cNvCxnSpPr>
          <p:nvPr/>
        </p:nvCxnSpPr>
        <p:spPr>
          <a:xfrm flipV="1">
            <a:off x="2993321" y="1523855"/>
            <a:ext cx="3626100" cy="3116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0A637C83-95D5-B24A-8310-C983861EFB26}"/>
              </a:ext>
            </a:extLst>
          </p:cNvPr>
          <p:cNvSpPr txBox="1"/>
          <p:nvPr/>
        </p:nvSpPr>
        <p:spPr>
          <a:xfrm>
            <a:off x="4496383" y="2702749"/>
            <a:ext cx="763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Object=Session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D96C703-CD0A-EF44-AD4D-036EB7F006E2}"/>
              </a:ext>
            </a:extLst>
          </p:cNvPr>
          <p:cNvSpPr txBox="1"/>
          <p:nvPr/>
        </p:nvSpPr>
        <p:spPr>
          <a:xfrm>
            <a:off x="3004641" y="2954359"/>
            <a:ext cx="16045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Object=</a:t>
            </a:r>
          </a:p>
          <a:p>
            <a:r>
              <a:rPr lang="en-US" sz="1400" i="1" dirty="0"/>
              <a:t>comm/win/file communication initialized on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A2E9BA10-9BAE-5C4C-9FE0-8AFF3C192C1D}"/>
              </a:ext>
            </a:extLst>
          </p:cNvPr>
          <p:cNvSpPr/>
          <p:nvPr/>
        </p:nvSpPr>
        <p:spPr>
          <a:xfrm>
            <a:off x="630263" y="2455744"/>
            <a:ext cx="2363057" cy="47022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MPI_Session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69" name="Elbow Connector 168">
            <a:extLst>
              <a:ext uri="{FF2B5EF4-FFF2-40B4-BE49-F238E27FC236}">
                <a16:creationId xmlns:a16="http://schemas.microsoft.com/office/drawing/2014/main" id="{ABD5FB07-6EA0-7541-A402-66BA54124A93}"/>
              </a:ext>
            </a:extLst>
          </p:cNvPr>
          <p:cNvCxnSpPr>
            <a:cxnSpLocks/>
            <a:stCxn id="164" idx="3"/>
            <a:endCxn id="45" idx="0"/>
          </p:cNvCxnSpPr>
          <p:nvPr/>
        </p:nvCxnSpPr>
        <p:spPr>
          <a:xfrm flipV="1">
            <a:off x="2993320" y="2144801"/>
            <a:ext cx="3313920" cy="546057"/>
          </a:xfrm>
          <a:prstGeom prst="bentConnector4">
            <a:avLst>
              <a:gd name="adj1" fmla="val 8909"/>
              <a:gd name="adj2" fmla="val 141864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C8B9D578-39B6-9048-A14F-E9CCEA59F748}"/>
              </a:ext>
            </a:extLst>
          </p:cNvPr>
          <p:cNvSpPr txBox="1"/>
          <p:nvPr/>
        </p:nvSpPr>
        <p:spPr>
          <a:xfrm rot="16200000">
            <a:off x="-805027" y="1647265"/>
            <a:ext cx="1845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 association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6A9BB97-1517-5D46-A763-861824E50CCD}"/>
              </a:ext>
            </a:extLst>
          </p:cNvPr>
          <p:cNvSpPr txBox="1"/>
          <p:nvPr/>
        </p:nvSpPr>
        <p:spPr>
          <a:xfrm rot="16200000">
            <a:off x="-910824" y="3739058"/>
            <a:ext cx="2056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Indirect  association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97E52FA-6423-EA40-B3B0-BC4753DFC019}"/>
              </a:ext>
            </a:extLst>
          </p:cNvPr>
          <p:cNvSpPr txBox="1"/>
          <p:nvPr/>
        </p:nvSpPr>
        <p:spPr>
          <a:xfrm rot="16200000">
            <a:off x="-663921" y="5543944"/>
            <a:ext cx="155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association</a:t>
            </a:r>
          </a:p>
        </p:txBody>
      </p:sp>
      <p:sp>
        <p:nvSpPr>
          <p:cNvPr id="178" name="Left Brace 177">
            <a:extLst>
              <a:ext uri="{FF2B5EF4-FFF2-40B4-BE49-F238E27FC236}">
                <a16:creationId xmlns:a16="http://schemas.microsoft.com/office/drawing/2014/main" id="{0FEB6849-27B8-E643-864E-2811C070B83D}"/>
              </a:ext>
            </a:extLst>
          </p:cNvPr>
          <p:cNvSpPr/>
          <p:nvPr/>
        </p:nvSpPr>
        <p:spPr>
          <a:xfrm>
            <a:off x="342345" y="739305"/>
            <a:ext cx="260310" cy="2186666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Left Brace 178">
            <a:extLst>
              <a:ext uri="{FF2B5EF4-FFF2-40B4-BE49-F238E27FC236}">
                <a16:creationId xmlns:a16="http://schemas.microsoft.com/office/drawing/2014/main" id="{E0E99DF3-E1DC-404F-9424-33457D70BCB8}"/>
              </a:ext>
            </a:extLst>
          </p:cNvPr>
          <p:cNvSpPr/>
          <p:nvPr/>
        </p:nvSpPr>
        <p:spPr>
          <a:xfrm>
            <a:off x="337594" y="3035199"/>
            <a:ext cx="260310" cy="180027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Left Brace 179">
            <a:extLst>
              <a:ext uri="{FF2B5EF4-FFF2-40B4-BE49-F238E27FC236}">
                <a16:creationId xmlns:a16="http://schemas.microsoft.com/office/drawing/2014/main" id="{6A1119BE-A950-A046-9DC0-5086CC026D9E}"/>
              </a:ext>
            </a:extLst>
          </p:cNvPr>
          <p:cNvSpPr/>
          <p:nvPr/>
        </p:nvSpPr>
        <p:spPr>
          <a:xfrm>
            <a:off x="337594" y="4989141"/>
            <a:ext cx="260310" cy="156664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749D9667-81D0-4246-BE4C-0C06DD1BD433}"/>
              </a:ext>
            </a:extLst>
          </p:cNvPr>
          <p:cNvSpPr txBox="1"/>
          <p:nvPr/>
        </p:nvSpPr>
        <p:spPr>
          <a:xfrm>
            <a:off x="9561949" y="641"/>
            <a:ext cx="2241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Invoked Error Handler</a:t>
            </a: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86A097B3-3BF5-D646-9A08-A6AFA96CD53D}"/>
              </a:ext>
            </a:extLst>
          </p:cNvPr>
          <p:cNvSpPr/>
          <p:nvPr/>
        </p:nvSpPr>
        <p:spPr>
          <a:xfrm>
            <a:off x="5125711" y="2144801"/>
            <a:ext cx="2363057" cy="1682559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Object destroyed?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B752699-7A94-BD45-8E1A-E7BFB454A003}"/>
              </a:ext>
            </a:extLst>
          </p:cNvPr>
          <p:cNvSpPr txBox="1"/>
          <p:nvPr/>
        </p:nvSpPr>
        <p:spPr>
          <a:xfrm>
            <a:off x="7570264" y="1948771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93D3E7F-8799-504E-8103-5BAB042A480C}"/>
              </a:ext>
            </a:extLst>
          </p:cNvPr>
          <p:cNvSpPr txBox="1"/>
          <p:nvPr/>
        </p:nvSpPr>
        <p:spPr>
          <a:xfrm>
            <a:off x="6913824" y="2776098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CDC6214-F0B1-554A-96D6-71B64E894797}"/>
              </a:ext>
            </a:extLst>
          </p:cNvPr>
          <p:cNvSpPr txBox="1"/>
          <p:nvPr/>
        </p:nvSpPr>
        <p:spPr>
          <a:xfrm>
            <a:off x="6011361" y="3343166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EABCD42-78D4-E74B-BDE0-64D5701707E1}"/>
              </a:ext>
            </a:extLst>
          </p:cNvPr>
          <p:cNvSpPr txBox="1"/>
          <p:nvPr/>
        </p:nvSpPr>
        <p:spPr>
          <a:xfrm>
            <a:off x="4298028" y="3607928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123" name="Elbow Connector 122">
            <a:extLst>
              <a:ext uri="{FF2B5EF4-FFF2-40B4-BE49-F238E27FC236}">
                <a16:creationId xmlns:a16="http://schemas.microsoft.com/office/drawing/2014/main" id="{C3A4814B-EF62-074F-8624-BB3B6611FA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49130" y="3495744"/>
            <a:ext cx="813038" cy="1496818"/>
          </a:xfrm>
          <a:prstGeom prst="bentConnector3">
            <a:avLst>
              <a:gd name="adj1" fmla="val 7205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92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107</Words>
  <Application>Microsoft Macintosh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Bouteiller, Aurelien (Aurelien)</dc:creator>
  <cp:lastModifiedBy>Bouteiller, Aurelien (Aurelien)</cp:lastModifiedBy>
  <cp:revision>7</cp:revision>
  <dcterms:created xsi:type="dcterms:W3CDTF">2022-02-28T17:34:20Z</dcterms:created>
  <dcterms:modified xsi:type="dcterms:W3CDTF">2022-10-12T21:33:48Z</dcterms:modified>
</cp:coreProperties>
</file>